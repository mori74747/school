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92558A-1693-C5E2-8DAF-EC8D78931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E716AA-A9B4-666C-841E-ABE95F0AB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E2CA01-E3EA-798E-CA07-5E1B5C2B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697133-4080-CD1D-F632-63F7B6A2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36EB89-A997-3AA5-B3FA-C9E8B0E6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823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AA8363-EE1D-69C6-E103-62B483468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0558AC-8D56-59D0-8BFB-6F2FF4369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E9D3FC-53B9-C5A9-6A5F-F8C57B4A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A3DA8F-8E12-8807-29AC-0E7F4DCF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0CAA5E-91A6-5B71-5136-293B89EF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840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F7F30E-0362-55A2-15A4-EEC6CB2C1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7232A4-29FE-6EEB-4664-CEB08C9EC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88B12A-09E1-1666-6062-F281A102B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5AFE81-D139-7D85-C93A-E3C199B7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235821-C7E5-CB90-92E0-ADAFD03F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7789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F39FF-BDF0-95A3-AAB4-7345F1FA5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BDA8E1-2BAF-F538-A725-735E66D83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6C9886-D679-58CE-2CDE-50EF33139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E98AAF-735C-9086-AA14-A1E0C6DC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BAD700-AE43-A8BD-9EDF-E1E2E7961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EF4732-B36F-2A20-EF76-7232C41D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18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EB60FD-8B17-15B5-88D0-954391962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CBCC54-C83C-80FA-D545-E02E39DA8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1D69DD-36F1-F988-24D9-9A4AB4028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118C38-303E-8DC5-917A-0B8802540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F6CF664-885E-A322-DD44-6AF3904E9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44AC44-2A96-5324-FF77-0F341E2D2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BFAB7C-855C-56A1-3BAE-FC83EF3D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5955249-AEC8-DDF2-D27A-AD26D47A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611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C08081-DC6B-D116-4FE0-DF0B8396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D11BF64-E446-6A0F-78A4-99A27AB79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FF9110-B830-BC74-6EA1-78BDB13F6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B72C8B-D469-8433-E1EA-130170CB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611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D0679AC-1853-F970-0C7A-729DD4D69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CEFFCF-0E2A-166B-DE33-83DB3274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BCD10E-D02F-20ED-842F-824ECD62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19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D2BF4-C80E-FF15-D021-5AA62D8F2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842F93-CA09-A251-0313-43A60551A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792BC1-30BB-1949-AEA3-52AF11348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83AF9E-D7A3-A04C-4C9C-3B423306D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7E0F8F-31E6-076D-BFCD-DD87D68F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A53657-7DF4-5B94-8A56-D02B8F50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154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E43669-A7A1-D842-2B7D-6095CEECC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F432221-C58F-B43C-C25F-A8A794C5B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E180A3-D028-C8FE-FA6A-82282892B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81C53B-EA6D-C705-0790-F5D02AF5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811888-0140-3CD3-C393-781D7E8F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73E02F-DE36-3A9B-FA78-B2FA34ED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660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C7DEA2-5219-791F-EDDD-41E11699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B80AF2-6577-C1F4-D48A-2763BD866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D7FBC8-6325-35C1-0852-897BFEE22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62905D-FFE1-7E9C-9000-A0FD7BA34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0159EF-A384-2F1E-08DF-30CB7BCB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694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A3B6725-9727-9122-D65C-ABF5ACB726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B3229D-7BF1-1BD0-8EB8-A8FCE970E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6ADCDE-4D16-759A-AC53-5638B32AC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8E5C11-16A8-C614-BB2E-D76C8567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D672FB-8880-13F8-162E-A448E7EC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637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6691EC4-C59C-E346-C911-87A45A51E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AF730E-20A2-0B66-7FDE-FD027D819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B9BD11-86BB-1A53-39AA-90B276F8B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6420A-5511-40F3-BE7F-FAB14521BF99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28C8CC-45AD-B5C7-2406-9007E165F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92449F-A96D-5818-7150-A1F4D47C9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6CF97-325E-4DC5-9D9A-B7AFDFE0F4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051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39F0D72-A339-6A3B-C702-4E3AD722A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4" y="0"/>
            <a:ext cx="31452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04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BCE84C8-16FD-1760-CDCA-E09E53D6A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" y="-15100"/>
            <a:ext cx="3105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7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D01B-5CB7-D660-44C0-F8AB5EF3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BCD454D-5779-FFCB-7EFD-7DF85937D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" y="13784"/>
            <a:ext cx="2924583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7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6F1DD-CE68-ADE8-991E-DFCDAF62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BB993EE-4048-2D89-B0EA-E890BA54B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66" y="103469"/>
            <a:ext cx="2991267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14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DD98C-E54E-FCE8-2FC7-1337036B2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094C609-48AD-3201-7CB3-5C8D70C0B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0" y="258232"/>
            <a:ext cx="3010320" cy="65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38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2181-FB5C-4949-D1CA-EBD25FD1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4F058B9-54DB-D3B6-58F4-18BBA750D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29" y="31163"/>
            <a:ext cx="3277057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6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65694-E10C-10FA-133F-71B06C0F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CE87BFF-C284-A1C2-ADE4-18D2CCAB4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1" y="114548"/>
            <a:ext cx="2886478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74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DC1EB-EF78-BC60-C24E-6F22C6E82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60B8F55-564D-F72F-1CB7-920AC8F9E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8" y="34000"/>
            <a:ext cx="31533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67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31520-4C61-42F5-A9AB-45D4C386B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CB46013-63EA-D092-F420-BD81854C3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3" y="51779"/>
            <a:ext cx="3029373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1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FB24-AC6E-C96C-56E1-7148A745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134484C-58BF-E75F-196C-425D9A785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0" y="41900"/>
            <a:ext cx="31602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92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9A77-805C-E160-75AD-60FA10DBB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3291438-6550-A4A4-D1F7-19611C6A1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800" y="1500000"/>
            <a:ext cx="3200400" cy="6858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FEA2D8E-0816-3DDA-8186-7D34DD4E7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149" y="1650000"/>
            <a:ext cx="3177702" cy="6858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ED75C70-2D4C-90F4-C94F-DB645C6F5E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182" y="1942416"/>
            <a:ext cx="2943636" cy="657316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D1C4B6B-FB19-0041-FE7F-39290985E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601" y="1950000"/>
            <a:ext cx="3192798" cy="6858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BFF4D35-4222-4CDD-9071-68D6086A86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073" y="2100000"/>
            <a:ext cx="3165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78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F5530-AA5E-068B-7F61-4BE5170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791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04E7E-091A-1FF6-FA8B-DC5A8A9B4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10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4BB41-E730-6D5A-C628-20D593D03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112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00447-FAD8-AE15-377E-41E325FC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975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A2EBA-5DD1-7C11-670F-7AAF8CF0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494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DC241-BA15-6FDC-65C0-D86F700E8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99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0</Words>
  <Application>Microsoft Office PowerPoint</Application>
  <PresentationFormat>ワイド画面</PresentationFormat>
  <Paragraphs>0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侑哉 森下</dc:creator>
  <cp:lastModifiedBy>侑哉 森下</cp:lastModifiedBy>
  <cp:revision>3</cp:revision>
  <dcterms:created xsi:type="dcterms:W3CDTF">2026-06-16T14:02:33Z</dcterms:created>
  <dcterms:modified xsi:type="dcterms:W3CDTF">2026-06-17T01:55:35Z</dcterms:modified>
</cp:coreProperties>
</file>