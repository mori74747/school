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5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868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8F8F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AsuLink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8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 ス リ ン ク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2743200"/>
            <a:ext cx="6400800" cy="777240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7889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見たものだけじゃない。あの感動を、家族みんなで「感じる」アルバム。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3200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現代の「家族」が失っているもの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91640"/>
            <a:ext cx="594360" cy="594360"/>
          </a:xfrm>
          <a:prstGeom prst="ellipse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73936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39572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物理的距離に依らない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つながりの時代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3108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SNSが普及し、コミュニティを通じた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人間関係が主流になっている。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5544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691640"/>
            <a:ext cx="594360" cy="594360"/>
          </a:xfrm>
          <a:prstGeom prst="ellipse">
            <a:avLst/>
          </a:prstGeom>
          <a:solidFill>
            <a:srgbClr val="0F8A8A">
              <a:alpha val="85000"/>
            </a:srgbClr>
          </a:solidFill>
          <a:ln w="12700">
            <a:solidFill>
              <a:srgbClr val="0F8A8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773936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39572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「機械的」な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コミュニケーション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29000" y="3108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テキストや既読のみのやりとり。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気配・温度が感じられない。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17920" y="1554480"/>
            <a:ext cx="26517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55080" y="1691640"/>
            <a:ext cx="594360" cy="594360"/>
          </a:xfrm>
          <a:prstGeom prst="ellipse">
            <a:avLst/>
          </a:prstGeom>
          <a:solidFill>
            <a:srgbClr val="F5A623">
              <a:alpha val="85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773936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395728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家族で過ごす時間の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減少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355080" y="31089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「家族の温度」「共同体験」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「安心感」が失われていく。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4560"/>
                </a:solidFill>
              </a:rPr>
              <a:t>だから、「家族の体験」を記録・共有するアプリが必要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</a:rPr>
              <a:t>CONCEPT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AsuLink とは？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1089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459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家族団欒のきっかけになる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過去の思い出を「家族みんなで」体験するアプリ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眠った家族の思い出を掘り起こして、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家族が集まるきっかけになるアプリを目指す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374904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49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8F2"/>
                </a:solidFill>
              </a:rPr>
              <a:t>写真を「眺める」  →  「体験する」 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114800" cy="3108960"/>
          </a:xfrm>
          <a:prstGeom prst="rect">
            <a:avLst/>
          </a:prstGeom>
          <a:solidFill>
            <a:srgbClr val="16213E"/>
          </a:solidFill>
          <a:ln w="12700">
            <a:solidFill>
              <a:srgbClr val="FFFFFF">
                <a:alpha val="2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6002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視覚だけじゃない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五感で蘇る思い出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423160"/>
            <a:ext cx="173736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9744" y="2587752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2587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24780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8F2"/>
                </a:solidFill>
              </a:rPr>
              <a:t>視覚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0" y="28072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写真・動画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423160"/>
            <a:ext cx="173736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9984" y="258775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2587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音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0" y="247802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8F2"/>
                </a:solidFill>
              </a:rPr>
              <a:t>聴覚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28072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環境音・声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429000"/>
            <a:ext cx="173736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3593592"/>
            <a:ext cx="347472" cy="347472"/>
          </a:xfrm>
          <a:prstGeom prst="ellipse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3593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振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34838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8F2"/>
                </a:solidFill>
              </a:rPr>
              <a:t>触覚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3813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バイブレーション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3429000"/>
            <a:ext cx="1737360" cy="82296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29984" y="3593592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9984" y="35935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32320" y="348386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8F2"/>
                </a:solidFill>
              </a:rPr>
              <a:t>温度感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38130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光の色で表現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 ALBUMS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4つの「感じる」アルバム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57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057400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" y="13990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音のアルバム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5A623"/>
                </a:solidFill>
              </a:rPr>
              <a:t>環境音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237744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自然の音・賑わい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家族の歩く音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子どもの笑い声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祖父母の話し声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14600" y="1325880"/>
            <a:ext cx="2057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14600" y="1325880"/>
            <a:ext cx="2057400" cy="5943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13990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90088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声のアルバム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606040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E94560"/>
                </a:solidFill>
              </a:rPr>
              <a:t>その時の感情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06040" y="237744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見たこと・感じたこと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その日の気持ち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空気感・当時の言葉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思い出の声記録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709160" y="1325880"/>
            <a:ext cx="2057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09160" y="1325880"/>
            <a:ext cx="2057400" cy="59436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024" y="139903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84648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感触のアルバム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00600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F8A8A"/>
                </a:solidFill>
              </a:rPr>
              <a:t>ジャイロ x バイブ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800600" y="237744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歩く時の揺れ感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電車・新幹線の揺れ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料理の振動音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動きの体感再現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903720" y="1325880"/>
            <a:ext cx="20574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03720" y="1325880"/>
            <a:ext cx="2057400" cy="5943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8584" y="139903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9208" y="137160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光のアルバム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995160" y="1993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6B35"/>
                </a:solidFill>
              </a:rPr>
              <a:t>温度を色で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995160" y="2377440"/>
            <a:ext cx="1874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朝 → 柔らかい黄色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夜 → 深い青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元気な日 → 明るい橙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落ち着いた日 → 白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8F2"/>
                </a:solidFill>
              </a:rPr>
              <a:t>主要機能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1508760"/>
          </a:xfrm>
          <a:prstGeom prst="rect">
            <a:avLst/>
          </a:prstGeom>
          <a:solidFill>
            <a:srgbClr val="272A40"/>
          </a:solidFill>
          <a:ln w="12700">
            <a:solidFill>
              <a:srgbClr val="3A3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36192"/>
            <a:ext cx="475488" cy="475488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572768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8F2"/>
                </a:solidFill>
              </a:rPr>
              <a:t>アプリ内カメラ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33272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</a:rPr>
              <a:t>撮影とアルバム管理を一体化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154680" y="1371600"/>
            <a:ext cx="2651760" cy="1508760"/>
          </a:xfrm>
          <a:prstGeom prst="rect">
            <a:avLst/>
          </a:prstGeom>
          <a:solidFill>
            <a:srgbClr val="272A40"/>
          </a:solidFill>
          <a:ln w="12700">
            <a:solidFill>
              <a:srgbClr val="3A3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1371600"/>
            <a:ext cx="54864" cy="150876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536192"/>
            <a:ext cx="475488" cy="475488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416" y="1572768"/>
            <a:ext cx="402336" cy="40233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67912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8F2"/>
                </a:solidFill>
              </a:rPr>
              <a:t>即時ファミリー共有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867912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</a:rPr>
              <a:t>記録完了の瞬間に家族へ配信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89320" y="1371600"/>
            <a:ext cx="2651760" cy="1508760"/>
          </a:xfrm>
          <a:prstGeom prst="rect">
            <a:avLst/>
          </a:prstGeom>
          <a:solidFill>
            <a:srgbClr val="272A40"/>
          </a:solidFill>
          <a:ln w="12700">
            <a:solidFill>
              <a:srgbClr val="3A3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89320" y="1371600"/>
            <a:ext cx="54864" cy="150876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26480" y="1536192"/>
            <a:ext cx="475488" cy="475488"/>
          </a:xfrm>
          <a:prstGeom prst="ellipse">
            <a:avLst/>
          </a:prstGeom>
          <a:solidFill>
            <a:srgbClr val="0F8A8A">
              <a:alpha val="80000"/>
            </a:srgbClr>
          </a:solidFill>
          <a:ln w="12700">
            <a:solidFill>
              <a:srgbClr val="0F8A8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056" y="1572768"/>
            <a:ext cx="402336" cy="40233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02552" y="1536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8F2"/>
                </a:solidFill>
              </a:rPr>
              <a:t>自動アルバム作成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702552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</a:rPr>
              <a:t>共有した内容が自動でアルバム化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20040" y="3063240"/>
            <a:ext cx="2651760" cy="1508760"/>
          </a:xfrm>
          <a:prstGeom prst="rect">
            <a:avLst/>
          </a:prstGeom>
          <a:solidFill>
            <a:srgbClr val="272A40"/>
          </a:solidFill>
          <a:ln w="12700">
            <a:solidFill>
              <a:srgbClr val="3A3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320040" y="3063240"/>
            <a:ext cx="54864" cy="15087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57200" y="3227832"/>
            <a:ext cx="475488" cy="475488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" y="3264408"/>
            <a:ext cx="402336" cy="40233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33272" y="3227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8F2"/>
                </a:solidFill>
              </a:rPr>
              <a:t>家族が近づくと開く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1033272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</a:rPr>
              <a:t>Bluetoothで自動起動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3154680" y="3063240"/>
            <a:ext cx="2651760" cy="1508760"/>
          </a:xfrm>
          <a:prstGeom prst="rect">
            <a:avLst/>
          </a:prstGeom>
          <a:solidFill>
            <a:srgbClr val="272A40"/>
          </a:solidFill>
          <a:ln w="12700">
            <a:solidFill>
              <a:srgbClr val="3A3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3154680" y="3063240"/>
            <a:ext cx="54864" cy="1508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291840" y="3227832"/>
            <a:ext cx="475488" cy="475488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416" y="3264408"/>
            <a:ext cx="402336" cy="40233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67912" y="3227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8F2"/>
                </a:solidFill>
              </a:rPr>
              <a:t>声のタイムカプセル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867912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</a:rPr>
              <a:t>未来の家族へ声のメッセージ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5989320" y="3063240"/>
            <a:ext cx="2651760" cy="1508760"/>
          </a:xfrm>
          <a:prstGeom prst="rect">
            <a:avLst/>
          </a:prstGeom>
          <a:solidFill>
            <a:srgbClr val="272A40"/>
          </a:solidFill>
          <a:ln w="12700">
            <a:solidFill>
              <a:srgbClr val="3A3E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5989320" y="3063240"/>
            <a:ext cx="54864" cy="150876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126480" y="3227832"/>
            <a:ext cx="475488" cy="475488"/>
          </a:xfrm>
          <a:prstGeom prst="ellipse">
            <a:avLst/>
          </a:prstGeom>
          <a:solidFill>
            <a:srgbClr val="0F8A8A">
              <a:alpha val="80000"/>
            </a:srgbClr>
          </a:solidFill>
          <a:ln w="12700">
            <a:solidFill>
              <a:srgbClr val="0F8A8A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264408"/>
            <a:ext cx="402336" cy="402336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702552" y="32278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8F2"/>
                </a:solidFill>
              </a:rPr>
              <a:t>子どもの成長記録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702552" y="3611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DDDD"/>
                </a:solidFill>
              </a:rPr>
              <a:t>声の変化を時系列で記録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E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UX MODE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2つの使い方モード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3832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3931920" cy="5486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264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</a:rPr>
              <a:t>観賞モード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情報量を絞ったアルバム体験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560320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2487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</a:rPr>
              <a:t>紙のアルバムのような感覚でめくる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3232" y="2944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</a:rPr>
              <a:t>家族全員でページが同期される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474720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401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</a:rPr>
              <a:t>1枚ずつ感情とともに鑑賞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3931920"/>
            <a:ext cx="54864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3858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8F2"/>
                </a:solidFill>
              </a:rPr>
              <a:t>スマホを並べると大画面表示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1371600"/>
            <a:ext cx="3931920" cy="548640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426464"/>
            <a:ext cx="347472" cy="34747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39512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管理モード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84632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8A8A"/>
                </a:solidFill>
              </a:rPr>
              <a:t>一般的なカメラロール機能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846320" y="2560320"/>
            <a:ext cx="54864" cy="256032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010912" y="24871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削除・復元・バックアップ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846320" y="3017520"/>
            <a:ext cx="54864" cy="256032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10912" y="29443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ファイル整理・検索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846320" y="3474720"/>
            <a:ext cx="54864" cy="256032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010912" y="34015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高齢者向け専用UIモード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4846320" y="3931920"/>
            <a:ext cx="54864" cy="256032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010912" y="385876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ユーザー・共有先の管理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011680" cy="3200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20040"/>
            <a:ext cx="201168" cy="201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6656" y="274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  STAR FEATURES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8F2"/>
                </a:solidFill>
              </a:rPr>
              <a:t>独自のスター機能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8412480" cy="658368"/>
          </a:xfrm>
          <a:prstGeom prst="rect">
            <a:avLst/>
          </a:prstGeom>
          <a:solidFill>
            <a:srgbClr val="272A40"/>
          </a:solidFill>
          <a:ln w="12700">
            <a:solidFill>
              <a:srgbClr val="3A3D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325880"/>
            <a:ext cx="45720" cy="65836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1435608"/>
            <a:ext cx="438912" cy="438912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156362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51560" y="1399032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家族が近づくとアルバムが開く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663440" y="138074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Bluetoothで家族の接近を検知し自動起動。リビングに帰ってきた瞬間、思い出が迎えてくれる。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2075688"/>
            <a:ext cx="8412480" cy="658368"/>
          </a:xfrm>
          <a:prstGeom prst="rect">
            <a:avLst/>
          </a:prstGeom>
          <a:solidFill>
            <a:srgbClr val="272A40"/>
          </a:solidFill>
          <a:ln w="12700">
            <a:solidFill>
              <a:srgbClr val="3A3D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65760" y="2075688"/>
            <a:ext cx="45720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" y="2185416"/>
            <a:ext cx="438912" cy="438912"/>
          </a:xfrm>
          <a:prstGeom prst="ellipse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231343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1488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家族の声のタイムカプセル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663440" y="213055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大切な日の声を「未来の自分・家族」へ届ける機能。数年後に「開封」される設定も可能。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65760" y="2825496"/>
            <a:ext cx="8412480" cy="658368"/>
          </a:xfrm>
          <a:prstGeom prst="rect">
            <a:avLst/>
          </a:prstGeom>
          <a:solidFill>
            <a:srgbClr val="272A40"/>
          </a:solidFill>
          <a:ln w="12700">
            <a:solidFill>
              <a:srgbClr val="3A3D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65760" y="2825496"/>
            <a:ext cx="45720" cy="658368"/>
          </a:xfrm>
          <a:prstGeom prst="rect">
            <a:avLst/>
          </a:prstGeom>
          <a:solidFill>
            <a:srgbClr val="0F8A8A"/>
          </a:solidFill>
          <a:ln w="12700">
            <a:solidFill>
              <a:srgbClr val="0F8A8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2920" y="2935224"/>
            <a:ext cx="438912" cy="438912"/>
          </a:xfrm>
          <a:prstGeom prst="ellipse">
            <a:avLst/>
          </a:prstGeom>
          <a:solidFill>
            <a:srgbClr val="0F8A8A">
              <a:alpha val="80000"/>
            </a:srgbClr>
          </a:solidFill>
          <a:ln w="12700">
            <a:solidFill>
              <a:srgbClr val="0F8A8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" y="3063240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289864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子どもの声の成長記録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663440" y="28803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声を時系列で記録。1歳から成人まで、声が変わっていく様子を振り返ることができる。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365760" y="3575304"/>
            <a:ext cx="8412480" cy="658368"/>
          </a:xfrm>
          <a:prstGeom prst="rect">
            <a:avLst/>
          </a:prstGeom>
          <a:solidFill>
            <a:srgbClr val="272A40"/>
          </a:solidFill>
          <a:ln w="12700">
            <a:solidFill>
              <a:srgbClr val="3A3D5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65760" y="3575304"/>
            <a:ext cx="45720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02920" y="3685032"/>
            <a:ext cx="438912" cy="438912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" y="381304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51560" y="364845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未来の家族イベント自動生成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663440" y="36301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過去のデータをもとに次のイベントプランを自動提案。誕生日パーティーなどを事前準備。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65760" y="4325112"/>
            <a:ext cx="8412480" cy="658368"/>
          </a:xfrm>
          <a:prstGeom prst="rect">
            <a:avLst/>
          </a:prstGeom>
          <a:solidFill>
            <a:srgbClr val="272A40"/>
          </a:solidFill>
          <a:ln w="12700">
            <a:solidFill>
              <a:srgbClr val="3A3D5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365760" y="4325112"/>
            <a:ext cx="45720" cy="6583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02920" y="4434840"/>
            <a:ext cx="438912" cy="438912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9496" y="4562856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51560" y="4398264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未来の家族と「未来返信」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4663440" y="437997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</a:rPr>
              <a:t>今の自分が未来の家族へメッセージを残し、設定した未来日に家族が「返信」を受け取る。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0848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94560">
              <a:alpha val="12000"/>
            </a:srgbClr>
          </a:solidFill>
          <a:ln w="12700">
            <a:solidFill>
              <a:srgbClr val="E9456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5A623">
              <a:alpha val="12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AsuLink が目指す世界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371600" y="1737360"/>
            <a:ext cx="6400800" cy="1280160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73736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家族が「また集まりたい」と思えるきっかけを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8F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技術の力でつくる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74520" y="3246120"/>
            <a:ext cx="777240" cy="777240"/>
          </a:xfrm>
          <a:prstGeom prst="ellipse">
            <a:avLst/>
          </a:prstGeom>
          <a:solidFill>
            <a:srgbClr val="E94560">
              <a:alpha val="80000"/>
            </a:srgbClr>
          </a:solidFill>
          <a:ln w="12700">
            <a:solidFill>
              <a:srgbClr val="E94560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248" y="335584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41148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8F2"/>
                </a:solidFill>
              </a:rPr>
              <a:t>つながり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60520" y="3246120"/>
            <a:ext cx="777240" cy="777240"/>
          </a:xfrm>
          <a:prstGeom prst="ellipse">
            <a:avLst/>
          </a:prstGeom>
          <a:solidFill>
            <a:srgbClr val="F5A623">
              <a:alpha val="80000"/>
            </a:srgbClr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335584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41148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8F2"/>
                </a:solidFill>
              </a:rPr>
              <a:t>記録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46520" y="3246120"/>
            <a:ext cx="777240" cy="777240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355848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411480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F8F2"/>
                </a:solidFill>
              </a:rPr>
              <a:t>体験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DDDDDD"/>
                </a:solidFill>
              </a:rPr>
              <a:t>AsuLink</a:t>
            </a:r>
            <a:r>
              <a:rPr lang="en-US" sz="1200" dirty="0">
                <a:solidFill>
                  <a:srgbClr val="DDDDDD"/>
                </a:solidFill>
              </a:rPr>
              <a:t>  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Microsoft Office PowerPoint</Application>
  <PresentationFormat>画面に合わせる (16:9)</PresentationFormat>
  <Paragraphs>120</Paragraphs>
  <Slides>8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AsuLink - アルバムアプリ企画書</dc:title>
  <dc:subject>PptxGenJS Presentation</dc:subject>
  <dc:creator>PptxGenJS</dc:creator>
  <cp:lastModifiedBy>侑哉 森下</cp:lastModifiedBy>
  <cp:revision>3</cp:revision>
  <dcterms:created xsi:type="dcterms:W3CDTF">2026-05-21T05:13:50Z</dcterms:created>
  <dcterms:modified xsi:type="dcterms:W3CDTF">2026-05-21T05:16:14Z</dcterms:modified>
</cp:coreProperties>
</file>