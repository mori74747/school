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63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815A48-8932-42B6-E97A-61CBE88C4C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9A393AD-435C-E66F-8EC1-E0D0311923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94DD943-B435-757A-7D64-EE12906102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2737C-7630-4B11-9487-992F9276E9B0}" type="datetimeFigureOut">
              <a:rPr kumimoji="1" lang="ja-JP" altLang="en-US" smtClean="0"/>
              <a:t>2026/5/26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6122DD0-D123-29B3-033C-FBD3792AB1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2A3187B-AE17-17DB-1A90-79AC9BDC6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019BB-EDF9-4475-BD20-E9537BEF9C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05933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FCFA42-DA65-34D4-6D3A-1BBF48C0C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830DB88-D2BE-8F53-879F-7ED71E480A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1B98AE6-1E3B-5992-B5F8-6B6372D1FD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2737C-7630-4B11-9487-992F9276E9B0}" type="datetimeFigureOut">
              <a:rPr kumimoji="1" lang="ja-JP" altLang="en-US" smtClean="0"/>
              <a:t>2026/5/26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D14513A-54BB-871C-C160-9AE86B0CEE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4E59286-3382-8B39-1B41-DF123057D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019BB-EDF9-4475-BD20-E9537BEF9C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20098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C0D2C22-7A15-8021-C9EC-70C8112FD2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35C0E56-C077-2C6C-B255-7A70F3C4DE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67F1203-AF19-F938-8A87-87AEF4F425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2737C-7630-4B11-9487-992F9276E9B0}" type="datetimeFigureOut">
              <a:rPr kumimoji="1" lang="ja-JP" altLang="en-US" smtClean="0"/>
              <a:t>2026/5/26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BD09A84-C9C1-6FE8-1397-355F6BC0A7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435F046-CDFC-F5B1-D820-A54D957DA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019BB-EDF9-4475-BD20-E9537BEF9C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903378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93F0E02-2CF7-786F-ECB2-B69DF783FF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4A5C395-D0C5-7E85-C9F9-18121C9ED82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FFE37D4-3CF9-DC64-F206-AA7A42983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B0B461E-71F2-046B-79E5-A7A0BF9FC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2737C-7630-4B11-9487-992F9276E9B0}" type="datetimeFigureOut">
              <a:rPr kumimoji="1" lang="ja-JP" altLang="en-US" smtClean="0"/>
              <a:t>2026/5/26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B36869A-1983-9196-F5B5-FBFD356A3F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E5B9A15-2C50-55F9-3900-3B8B26D2F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019BB-EDF9-4475-BD20-E9537BEF9C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95605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6FB0C91-C020-F2BE-FE3C-05D7F2427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F1A8061-A734-1675-9A05-9704B0B16C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52AC2FA-7E44-D6FD-8294-B803B925B2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40F5520-E63D-1C39-F63A-27C99332CD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8BACE85B-1EBB-B2E7-0EE3-401945E781D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C7D66D6B-1400-2291-35DC-684DED474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2737C-7630-4B11-9487-992F9276E9B0}" type="datetimeFigureOut">
              <a:rPr kumimoji="1" lang="ja-JP" altLang="en-US" smtClean="0"/>
              <a:t>2026/5/26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D214799-BFC0-C31D-E1AD-544AF8964A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81E9718-E171-F2B7-6571-62E46C41EF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019BB-EDF9-4475-BD20-E9537BEF9C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67354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00D87B7-83D8-4B58-5D95-81989C818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0F0B5EE-49EE-6BD0-F7DF-59D8A7460D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2737C-7630-4B11-9487-992F9276E9B0}" type="datetimeFigureOut">
              <a:rPr kumimoji="1" lang="ja-JP" altLang="en-US" smtClean="0"/>
              <a:t>2026/5/26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1366EBE-5C5C-83DC-54CA-ACDDA8DA29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E7963AD-B91B-1DE7-F317-6A06CDEB9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019BB-EDF9-4475-BD20-E9537BEF9C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92297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CFE3FF92-84F1-953B-217C-3187E58DBA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2737C-7630-4B11-9487-992F9276E9B0}" type="datetimeFigureOut">
              <a:rPr kumimoji="1" lang="ja-JP" altLang="en-US" smtClean="0"/>
              <a:t>2026/5/26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7570E12-1446-49CE-6CF7-204B387EBD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11C87DB-0219-D2F4-4CC6-1C4E75EC3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019BB-EDF9-4475-BD20-E9537BEF9C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636668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2AFC38E-BCD1-F82B-7734-EFB5BCF3B4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795755F-656B-A48F-ED69-9482990E0F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90E7F43-1637-F35F-C6E3-22B3907887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E4F1CA0-9362-99EC-7370-07CF7CCC8E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2737C-7630-4B11-9487-992F9276E9B0}" type="datetimeFigureOut">
              <a:rPr kumimoji="1" lang="ja-JP" altLang="en-US" smtClean="0"/>
              <a:t>2026/5/26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6E328D2-9224-6273-CEF3-3F1DF65AF9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E7FF051-7D14-8FDF-9CBE-57DDA5FF8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019BB-EDF9-4475-BD20-E9537BEF9C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34224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4EE3D6F-1842-36CE-1D04-7003581BD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0EFC551-ADB3-E1D7-A126-114C72D76D2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E542E5D-5B91-ACCC-8DA0-2C06CB2264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C5E9CDB-97A8-4BC8-94CB-C1A1750275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2737C-7630-4B11-9487-992F9276E9B0}" type="datetimeFigureOut">
              <a:rPr kumimoji="1" lang="ja-JP" altLang="en-US" smtClean="0"/>
              <a:t>2026/5/26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E6E0407-C755-85CD-7EC8-0C6971AC5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644D234-B4D6-816A-4B4C-ADA1C09EC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019BB-EDF9-4475-BD20-E9537BEF9C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260671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0BA3156-5545-EC83-9694-D989A0715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1201672-9851-D55B-4585-312F31E673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1D4DBD2-AA2F-B47F-E3F9-C50E9FB94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2737C-7630-4B11-9487-992F9276E9B0}" type="datetimeFigureOut">
              <a:rPr kumimoji="1" lang="ja-JP" altLang="en-US" smtClean="0"/>
              <a:t>2026/5/26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51661D9-ABD9-9E8E-7E70-CF3E68C1D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944D68E-9EEB-301F-C45B-CB8D9A2A1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019BB-EDF9-4475-BD20-E9537BEF9C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46688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489B9409-84EA-2C29-7C36-68A6FB9B09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677055B-5AE5-8D82-53A9-D3EC6A0D4F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50C4E2-233E-C213-7DA1-F6585DBCF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2737C-7630-4B11-9487-992F9276E9B0}" type="datetimeFigureOut">
              <a:rPr kumimoji="1" lang="ja-JP" altLang="en-US" smtClean="0"/>
              <a:t>2026/5/26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4BC93FD-FF67-E4B1-B4A5-18FFB109F2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9221642-9344-EADF-7613-0AB6053B5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019BB-EDF9-4475-BD20-E9537BEF9C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58372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ABF0286B-F371-DF83-B0FC-759DFADD69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5E25AF7-B189-26C2-123B-8FA11DDEA2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D3122DC-376A-1DA2-1CB5-871758D1FA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E2737C-7630-4B11-9487-992F9276E9B0}" type="datetimeFigureOut">
              <a:rPr kumimoji="1" lang="ja-JP" altLang="en-US" smtClean="0"/>
              <a:t>2026/5/26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993250F-7C01-315E-7577-11E6D31117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0585750-C932-6AFD-28B1-20C8D97510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A019BB-EDF9-4475-BD20-E9537BEF9C26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1BE6ECDE-DCB9-646D-B36A-98557D5500F8}"/>
              </a:ext>
            </a:extLst>
          </p:cNvPr>
          <p:cNvSpPr/>
          <p:nvPr userDrawn="1"/>
        </p:nvSpPr>
        <p:spPr>
          <a:xfrm>
            <a:off x="-2693432" y="3162499"/>
            <a:ext cx="4439729" cy="4351338"/>
          </a:xfrm>
          <a:prstGeom prst="ellipse">
            <a:avLst/>
          </a:prstGeom>
          <a:solidFill>
            <a:srgbClr val="FFC0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E89F68A7-AE60-658C-A46E-A003BE259181}"/>
              </a:ext>
            </a:extLst>
          </p:cNvPr>
          <p:cNvSpPr/>
          <p:nvPr userDrawn="1"/>
        </p:nvSpPr>
        <p:spPr>
          <a:xfrm>
            <a:off x="-2005323" y="4317206"/>
            <a:ext cx="4439729" cy="4351338"/>
          </a:xfrm>
          <a:prstGeom prst="ellipse">
            <a:avLst/>
          </a:prstGeom>
          <a:solidFill>
            <a:srgbClr val="FFC0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A0BC7E9A-AF4A-447F-EC2E-F0D4B256E4CE}"/>
              </a:ext>
            </a:extLst>
          </p:cNvPr>
          <p:cNvSpPr/>
          <p:nvPr userDrawn="1"/>
        </p:nvSpPr>
        <p:spPr>
          <a:xfrm>
            <a:off x="9133935" y="-1557879"/>
            <a:ext cx="4439729" cy="4351338"/>
          </a:xfrm>
          <a:prstGeom prst="ellipse">
            <a:avLst/>
          </a:prstGeom>
          <a:solidFill>
            <a:srgbClr val="FFC0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3102BFF1-732D-DBA5-4749-4A9D734F435C}"/>
              </a:ext>
            </a:extLst>
          </p:cNvPr>
          <p:cNvSpPr/>
          <p:nvPr userDrawn="1"/>
        </p:nvSpPr>
        <p:spPr>
          <a:xfrm>
            <a:off x="10238508" y="-590046"/>
            <a:ext cx="4439729" cy="4351338"/>
          </a:xfrm>
          <a:prstGeom prst="ellipse">
            <a:avLst/>
          </a:prstGeom>
          <a:solidFill>
            <a:srgbClr val="FFC0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046882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b="1" kern="1200">
          <a:solidFill>
            <a:schemeClr val="tx1"/>
          </a:solidFill>
          <a:latin typeface="ゴシック" panose="020B0609070205080204" pitchFamily="49" charset="-128"/>
          <a:ea typeface="ゴシック" panose="020B0609070205080204" pitchFamily="49" charset="-128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b="1" kern="1200">
          <a:solidFill>
            <a:schemeClr val="tx1"/>
          </a:solidFill>
          <a:latin typeface="ゴシック" panose="020B0609070205080204" pitchFamily="49" charset="-128"/>
          <a:ea typeface="ゴシック" panose="020B0609070205080204" pitchFamily="49" charset="-128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b="1" kern="1200">
          <a:solidFill>
            <a:schemeClr val="tx1"/>
          </a:solidFill>
          <a:latin typeface="ゴシック" panose="020B0609070205080204" pitchFamily="49" charset="-128"/>
          <a:ea typeface="ゴシック" panose="020B0609070205080204" pitchFamily="49" charset="-128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b="1" kern="1200">
          <a:solidFill>
            <a:schemeClr val="tx1"/>
          </a:solidFill>
          <a:latin typeface="ゴシック" panose="020B0609070205080204" pitchFamily="49" charset="-128"/>
          <a:ea typeface="ゴシック" panose="020B0609070205080204" pitchFamily="49" charset="-128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b="1" kern="1200">
          <a:solidFill>
            <a:schemeClr val="tx1"/>
          </a:solidFill>
          <a:latin typeface="ゴシック" panose="020B0609070205080204" pitchFamily="49" charset="-128"/>
          <a:ea typeface="ゴシック" panose="020B0609070205080204" pitchFamily="49" charset="-128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b="1" kern="1200">
          <a:solidFill>
            <a:schemeClr val="tx1"/>
          </a:solidFill>
          <a:latin typeface="ゴシック" panose="020B0609070205080204" pitchFamily="49" charset="-128"/>
          <a:ea typeface="ゴシック" panose="020B0609070205080204" pitchFamily="49" charset="-128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C9D648A-7AE0-B5EB-706C-8BCF037888A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82E9D79-4370-0B3A-7B60-81AC89E095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14368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0</Words>
  <Application>Microsoft Office PowerPoint</Application>
  <PresentationFormat>ワイド画面</PresentationFormat>
  <Paragraphs>0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ゴシック</vt:lpstr>
      <vt:lpstr>游ゴシック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侑哉 森下</dc:creator>
  <cp:lastModifiedBy>侑哉 森下</cp:lastModifiedBy>
  <cp:revision>3</cp:revision>
  <dcterms:created xsi:type="dcterms:W3CDTF">2026-05-26T07:15:46Z</dcterms:created>
  <dcterms:modified xsi:type="dcterms:W3CDTF">2026-05-26T07:28:23Z</dcterms:modified>
</cp:coreProperties>
</file>